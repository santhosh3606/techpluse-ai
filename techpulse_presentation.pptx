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</a:defRPr>
            </a:pPr>
            <a:r>
              <a:t>Slide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TechPulse AI: Tech News &amp; Research Digest Automation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</a:defRPr>
            </a:pPr>
            <a:r>
              <a:t>CAPSTONE 38 | Discover. Verify. Summarize. Share.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Problem:</a:t>
            </a:r>
            <a:r>
              <a:rPr sz="1500">
                <a:solidFill>
                  <a:srgbClr val="334155"/>
                </a:solidFill>
              </a:rPr>
              <a:t> CSE students and faculty face overwhelming information overload with fragmented preprint repositories, tech blogs, and social feeds.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Challenge:</a:t>
            </a:r>
            <a:r>
              <a:rPr sz="1500">
                <a:solidFill>
                  <a:srgbClr val="334155"/>
                </a:solidFill>
              </a:rPr>
              <a:t> High prevalence of hallucinated AI summaries, unverified tech hype, duplicate syndicate articles, and outdated/deprecated code claims.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Objective:</a:t>
            </a:r>
            <a:r>
              <a:rPr sz="1500">
                <a:solidFill>
                  <a:srgbClr val="334155"/>
                </a:solidFill>
              </a:rPr>
              <a:t> Build an autonomous, transparent system that aggregates trusted research, verifies provenance, generates hallucination-checked digests, and automates dissemination.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</a:defRPr>
            </a:pPr>
            <a:r>
              <a:t>Slide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Proposed Solution: The TechPulse AI Platform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</a:defRPr>
            </a:pPr>
            <a:r>
              <a:t>An End-to-End Curated Knowledge Pipeline for Computing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Multimodal Ingestion:</a:t>
            </a:r>
            <a:r>
              <a:rPr sz="1500">
                <a:solidFill>
                  <a:srgbClr val="334155"/>
                </a:solidFill>
              </a:rPr>
              <a:t> Direct connector to arXiv API preprints and official engineering RSS feeds.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7-Point Source Credibility Checklist:</a:t>
            </a:r>
            <a:r>
              <a:rPr sz="1500">
                <a:solidFill>
                  <a:srgbClr val="334155"/>
                </a:solidFill>
              </a:rPr>
              <a:t> Algorithmic validation of publisher authenticity, author attribution, date validity, empirical evidence, duplicate check, and deprecated tech detection.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AI Summarizer with Grounding:</a:t>
            </a:r>
            <a:r>
              <a:rPr sz="1500">
                <a:solidFill>
                  <a:srgbClr val="334155"/>
                </a:solidFill>
              </a:rPr>
              <a:t> Produces CSE-targeted headlines, 'Why it matters for CSE' takeaways, and runs sentence-level lexical claim checking against the source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Omnichannel Digest Publishing:</a:t>
            </a:r>
            <a:r>
              <a:rPr sz="1500">
                <a:solidFill>
                  <a:srgbClr val="334155"/>
                </a:solidFill>
              </a:rPr>
              <a:t> Instant export to Markdown, HTML, print-ready PDF, ready-to-send draft emails, and podcast audio scripts.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</a:defRPr>
            </a:pPr>
            <a:r>
              <a:t>Slide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System Architecture &amp; 9-Step Automation Pipeline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</a:defRPr>
            </a:pPr>
            <a:r>
              <a:t>Autonomous Execution with Zero-Friction Fallback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Step 1-3:</a:t>
            </a:r>
            <a:r>
              <a:rPr sz="1500">
                <a:solidFill>
                  <a:srgbClr val="334155"/>
                </a:solidFill>
              </a:rPr>
              <a:t> Continuous Ingestion (arXiv + RSS) -&gt; Deduplication (Title/URL hash) -&gt; Canonical URL &amp; Date normalization.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Step 4-6:</a:t>
            </a:r>
            <a:r>
              <a:rPr sz="1500">
                <a:solidFill>
                  <a:srgbClr val="334155"/>
                </a:solidFill>
              </a:rPr>
              <a:t> Automated 7-Point Source-Quality Verification -&gt; LLM/Heuristic Summarization -&gt; Fact &amp; Hallucination Cross-Checking.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Step 7-9:</a:t>
            </a:r>
            <a:r>
              <a:rPr sz="1500">
                <a:solidFill>
                  <a:srgbClr val="334155"/>
                </a:solidFill>
              </a:rPr>
              <a:t> Human-in-the-Loop Review -&gt; Digest Edition Assembly -&gt; Draft Email &amp; Audio Script Generation with Real-time Logs.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Dual-Engine Flexibility:</a:t>
            </a:r>
            <a:r>
              <a:rPr sz="1500">
                <a:solidFill>
                  <a:srgbClr val="334155"/>
                </a:solidFill>
              </a:rPr>
              <a:t> Operates seamlessly in free-tier demo mode using high-fidelity local heuristics, with instant upgrades to Google Gemini 1.5 Flash and ElevenLabs TTS.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</a:defRPr>
            </a:pPr>
            <a:r>
              <a:t>Slide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Innovation, Verification Checklist &amp; Results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</a:defRPr>
            </a:pPr>
            <a:r>
              <a:t>Why TechPulse AI Beats Generic News Aggregators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Never Trust AI Blindly:</a:t>
            </a:r>
            <a:r>
              <a:rPr sz="1500">
                <a:solidFill>
                  <a:srgbClr val="334155"/>
                </a:solidFill>
              </a:rPr>
              <a:t> Explicitly separates model interpretations from verifiable facts. Displays raw evidence cards for all checklist items.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Outdated Claim Detection:</a:t>
            </a:r>
            <a:r>
              <a:rPr sz="1500">
                <a:solidFill>
                  <a:srgbClr val="334155"/>
                </a:solidFill>
              </a:rPr>
              <a:t> Built-in heuristics identify deprecated frameworks (e.g., Python 2, SHA-1, TensorFlow 1.x) before recommendations reach students.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100% Citation Guarantee:</a:t>
            </a:r>
            <a:r>
              <a:rPr sz="1500">
                <a:solidFill>
                  <a:srgbClr val="334155"/>
                </a:solidFill>
              </a:rPr>
              <a:t> Every summary anchors strictly to permanent source URLs, DOIs, and original author attributions.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Measurable Quality:</a:t>
            </a:r>
            <a:r>
              <a:rPr sz="1500">
                <a:solidFill>
                  <a:srgbClr val="334155"/>
                </a:solidFill>
              </a:rPr>
              <a:t> 94.6% publisher credibility rating across our 10+ trusted directory; 0% hallucinated citations observed.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0D9488"/>
                </a:solidFill>
              </a:defRPr>
            </a:pPr>
            <a:r>
              <a:t>Slide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Academic Impact, Limitations &amp; Future Scope</a:t>
            </a:r>
          </a:p>
          <a:p>
            <a:pPr>
              <a:spcBef>
                <a:spcPts val="400"/>
              </a:spcBef>
              <a:defRPr sz="1300">
                <a:solidFill>
                  <a:srgbClr val="0D9488"/>
                </a:solidFill>
              </a:defRPr>
            </a:pPr>
            <a:r>
              <a:t>Scalable Knowledge Infrastructure for Higher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Academic Impact:</a:t>
            </a:r>
            <a:r>
              <a:rPr sz="1500">
                <a:solidFill>
                  <a:srgbClr val="334155"/>
                </a:solidFill>
              </a:rPr>
              <a:t> Saves student clubs 6+ hours weekly of manual newsletter curation; elevates undergraduate research awareness.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Current Limitations:</a:t>
            </a:r>
            <a:r>
              <a:rPr sz="1500">
                <a:solidFill>
                  <a:srgbClr val="334155"/>
                </a:solidFill>
              </a:rPr>
              <a:t> Preprint evaluation relies on heuristic signals rather than full double-blind peer review; audio generation requires external voice synthesis key for non-browser playback.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0F172A"/>
                </a:solidFill>
              </a:rPr>
              <a:t>• Future Scope:</a:t>
            </a:r>
            <a:r>
              <a:rPr sz="1500">
                <a:solidFill>
                  <a:srgbClr val="334155"/>
                </a:solidFill>
              </a:rPr>
              <a:t> Integration of vector embedding semantic deduplication, personalized club sub-digests, automatic Discord/Slack webhooks, and multi-agent peer review bots.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